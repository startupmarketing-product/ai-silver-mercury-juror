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95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</a:rPr>
              <a:t>Silver Mercury - синтетический член жюри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4739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3"/>
                </a:solidFill>
              </a:rPr>
              <a:t>Оценка команды, бюджета и архитектуры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</a:rPr>
              <a:t>Смета по ролям и человеко-часам</a:t>
            </a:r>
            <a:endParaRPr lang="en-US" sz="2600" dirty="0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47BB211F-0E4C-52F4-EF10-B0031D881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064183"/>
              </p:ext>
            </p:extLst>
          </p:nvPr>
        </p:nvGraphicFramePr>
        <p:xfrm>
          <a:off x="457200" y="816428"/>
          <a:ext cx="82296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227">
                <a:tc>
                  <a:txBody>
                    <a:bodyPr/>
                    <a:lstStyle/>
                    <a:p>
                      <a: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Ставка, ₽/ч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Стоимость, 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487">
                <a:tc>
                  <a:txBody>
                    <a:bodyPr/>
                    <a:lstStyle/>
                    <a:p>
                      <a:r>
                        <a:t>Руководитель проекта / продуктовый менеджер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r>
                        <a:t>Solution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47">
                <a:tc>
                  <a:txBody>
                    <a:bodyPr/>
                    <a:lstStyle/>
                    <a:p>
                      <a:r>
                        <a:t>Senior AI/LLM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r>
                        <a:t>AI/LLM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257600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r>
                        <a:t>Backend разработчик (интеграции /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326800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647">
                <a:tc>
                  <a:txBody>
                    <a:bodyPr/>
                    <a:lstStyle/>
                    <a:p>
                      <a:r>
                        <a:t>Frontend 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r>
                        <a:t>QA инженер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r>
                        <a:t>UX/UI дизайнер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249600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r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2043200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</a:rPr>
              <a:t>Roadmap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4254" y="1417320"/>
            <a:ext cx="1737360" cy="384048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89974" y="1527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Неделя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4494" y="1417320"/>
            <a:ext cx="1737360" cy="384048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10214" y="1527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Неделя 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4734" y="1417320"/>
            <a:ext cx="1737360" cy="384048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30454" y="1527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Неделя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4974" y="1417320"/>
            <a:ext cx="1737360" cy="384048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50694" y="1527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Неделя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425214" y="1417320"/>
            <a:ext cx="1737360" cy="384048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0934" y="1527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Неделя 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0299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Аналитика и проектирование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сценарий модератора, API-контракты, критерии оценки, структура кейса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66928" y="245059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35694" y="2020824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7E7FF"/>
          </a:solidFill>
          <a:ln w="12700">
            <a:solidFill>
              <a:srgbClr val="7D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5934" y="2020824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7E7FF"/>
          </a:solidFill>
          <a:ln w="12700">
            <a:solidFill>
              <a:srgbClr val="7D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6334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UX/UI и прототип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28254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экраны логина, кейса, статуса, результата, экрана аватара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66928" y="3054096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5694" y="2624328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7E7FF"/>
          </a:solidFill>
          <a:ln w="12700">
            <a:solidFill>
              <a:srgbClr val="7D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5934" y="2624328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7E7FF"/>
          </a:solidFill>
          <a:ln w="12700">
            <a:solidFill>
              <a:srgbClr val="7D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2369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Backend и хранилище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34290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авторизация, кейсы, загрузка файлов, история, статусы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5934" y="322783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76174" y="322783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38404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AI/LLM pipeline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40325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извлечение текста, оркестрация запроса, формат оценки и комментария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61104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5934" y="3831336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76174" y="3831336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596414" y="3831336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4443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Интеграция с аватаром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8368" y="46360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получение текста, запуск воспроизведения, повтор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66928" y="486460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76174" y="44348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96414" y="44348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D9F4E5"/>
          </a:solidFill>
          <a:ln w="12700">
            <a:solidFill>
              <a:srgbClr val="7AC7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8368" y="50474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Frontend сборка flow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" y="52395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склейка экранов и модераторского сценария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66928" y="546811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5934" y="5038344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DE7D8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76174" y="5038344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DE7D8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96414" y="5038344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DE7D8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8368" y="56509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QA, Zoom pilot, стабилизация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58368" y="58430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67085"/>
                </a:solidFill>
              </a:rPr>
              <a:t>E2E, тяжёлые файлы, пилот, багфикс, релиз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66928" y="6071616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596414" y="5641848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DE7D8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516654" y="5641848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DE7D8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</a:rPr>
              <a:t>Архитектура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</a:rPr>
              <a:t>Схема целевого контура для сценария заседания жюри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" y="1847088"/>
            <a:ext cx="109728" cy="1243584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Модератор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Входит в систему, создаёт кейс, загружает материалы, запускает анализ, выводит результат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1430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61488" y="1161288"/>
            <a:ext cx="109728" cy="110642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3512" y="1289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Web UI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53512" y="1581912"/>
            <a:ext cx="1947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Логин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Форма кейса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Статус обработки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Экран результата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Экран аватара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88036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61488" y="2898648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53512" y="3026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Frontend player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53512" y="3319272"/>
            <a:ext cx="1947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Воспроизведение аватара и управление повтором озвучивания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914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21808" y="932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13832" y="1060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Backend / 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13832" y="1353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Auth, кейсы, статусы, история, orchestration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057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21808" y="2075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13832" y="2203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Модуль обработки файлов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13832" y="2496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Парсинг ppt/pdf, извлечение текста, подготовка контекста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3200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21808" y="3218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13832" y="3346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Хранилище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13832" y="3639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Метаданные кейса, файлы/ссылки, оценки, комментарии, таймстемпы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914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65008" y="932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57032" y="1060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LLM / ИИ-жюри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57032" y="13533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Оценка по шкале + комментарий по критериям на основе материалов кейса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2057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65008" y="2075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57032" y="2203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Сервис аватара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57032" y="24963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Принимает текст и возвращает синхронизированное аудио/видео аватара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3200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65008" y="3218688"/>
            <a:ext cx="109728" cy="87782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57032" y="3346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Zoom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57032" y="36393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Модератор транслирует окно браузера и системный звук в заседание жюри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2313432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10912" y="1481328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10912" y="2624328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44968" y="1261872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744968" y="2395728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44968" y="3538728"/>
            <a:ext cx="164592" cy="16459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 rot="16200000">
            <a:off x="7360920" y="15087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</a:rPr>
              <a:t>результат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 rot="16200000">
            <a:off x="7360920" y="26517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</a:rPr>
              <a:t>аватар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 rot="16200000">
            <a:off x="10844784" y="365760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</a:rPr>
              <a:t>трансляция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4800600"/>
            <a:ext cx="10972800" cy="749808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8680" y="50749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4F"/>
                </a:solidFill>
              </a:rPr>
              <a:t>Поток данных: кейс и файлы -&gt; извлечение текста -&gt; запрос в ИИ-жюри -&gt; оценка и комментарий -&gt; сохранение результата -&gt; передача текста в сервис аватара -&gt; озвучивание в браузере -&gt; показ в Zoom.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334</Words>
  <Application>Microsoft Macintosh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Синтетический член жюри Silver Mercury</dc:title>
  <dc:subject>Смета, roadmap и архитектура проекта Silver Mercury</dc:subject>
  <dc:creator>OpenAI</dc:creator>
  <cp:lastModifiedBy>Oleg Lebedev</cp:lastModifiedBy>
  <cp:revision>2</cp:revision>
  <dcterms:created xsi:type="dcterms:W3CDTF">2026-03-17T12:33:51Z</dcterms:created>
  <dcterms:modified xsi:type="dcterms:W3CDTF">2026-03-17T12:51:36Z</dcterms:modified>
</cp:coreProperties>
</file>